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Mukta Light" panose="020B0604020202020204" charset="0"/>
      <p:regular r:id="rId12"/>
    </p:embeddedFont>
    <p:embeddedFont>
      <p:font typeface="Prompt Medium" panose="00000600000000000000" pitchFamily="2" charset="-34"/>
      <p:regular r:id="rId13"/>
      <p: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29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47840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AirAware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534489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Smart Air Quality Monitoring &amp; Prediction System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20721" y="4484846"/>
            <a:ext cx="704564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Precision in Every Prediction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350437" y="4207192"/>
            <a:ext cx="30480" cy="950357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350437" y="5435203"/>
            <a:ext cx="741592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Team 3</a:t>
            </a:r>
            <a:endParaRPr lang="en-US" sz="15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9EBD99-66B1-C17A-B15B-B9AB49664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7500" y="7783547"/>
            <a:ext cx="2882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32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2803" y="586502"/>
            <a:ext cx="7651194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Addressing the Silent Threat: Air Pollution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32803" y="2091333"/>
            <a:ext cx="7651194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Air pollution poses a significant global challenge, impacting both public health and the environment. Many individuals struggle to comprehend its complexities, leading to a lack of awareness and proactive measures.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32803" y="3354586"/>
            <a:ext cx="7651194" cy="1578412"/>
          </a:xfrm>
          <a:prstGeom prst="roundRect">
            <a:avLst>
              <a:gd name="adj" fmla="val 6952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09943" y="3354586"/>
            <a:ext cx="91440" cy="1578412"/>
          </a:xfrm>
          <a:prstGeom prst="roundRect">
            <a:avLst>
              <a:gd name="adj" fmla="val 97968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37484" y="3590687"/>
            <a:ext cx="2865120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Understanding Gap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537484" y="4014668"/>
            <a:ext cx="711041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Users often find AQI values confusing and lack understanding of pollution causes and necessary safety guidance.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32803" y="5146238"/>
            <a:ext cx="7651194" cy="1578412"/>
          </a:xfrm>
          <a:prstGeom prst="roundRect">
            <a:avLst>
              <a:gd name="adj" fmla="val 6952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209943" y="5146238"/>
            <a:ext cx="91440" cy="1578412"/>
          </a:xfrm>
          <a:prstGeom prst="roundRect">
            <a:avLst>
              <a:gd name="adj" fmla="val 97968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37484" y="5382339"/>
            <a:ext cx="3575209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Limitations of Existing Systems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37484" y="5806321"/>
            <a:ext cx="711041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Current monitoring systems typically present raw AQI numbers without explaining trends, future impacts, or offering actionable advice.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32803" y="6964561"/>
            <a:ext cx="7651194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mission is to bridge this gap by designing a system that not only monitors and analyses air quality but also predicts and explains it in a simple, user-friendly manner.</a:t>
            </a:r>
            <a:endParaRPr lang="en-US" sz="16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BA2F52-6FC7-A4BB-18B3-0DD5ED65D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7500" y="7783547"/>
            <a:ext cx="2882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053" y="481608"/>
            <a:ext cx="8364260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Our Vision: Empowering Informed Decisions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3053" y="1318379"/>
            <a:ext cx="13404294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AirAware is designed with clear objectives to deliver comprehensive and actionable air quality insights.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3053" y="1795582"/>
            <a:ext cx="700564" cy="1050965"/>
          </a:xfrm>
          <a:prstGeom prst="roundRect">
            <a:avLst>
              <a:gd name="adj" fmla="val 36005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2009" y="2156817"/>
            <a:ext cx="262652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88758" y="1970723"/>
            <a:ext cx="199441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Monitoring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8758" y="2318980"/>
            <a:ext cx="12528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 provide live air quality data for various Indian states, ensuring up-to-date information.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3053" y="3021687"/>
            <a:ext cx="700564" cy="1050965"/>
          </a:xfrm>
          <a:prstGeom prst="roundRect">
            <a:avLst>
              <a:gd name="adj" fmla="val 36005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32009" y="3382923"/>
            <a:ext cx="262652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88758" y="3196828"/>
            <a:ext cx="1946315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Trend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8758" y="3545086"/>
            <a:ext cx="12528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 analyse AQI trends on hourly, daily, and monthly bases to identify patterns and changes.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3053" y="4247793"/>
            <a:ext cx="700564" cy="1050965"/>
          </a:xfrm>
          <a:prstGeom prst="roundRect">
            <a:avLst>
              <a:gd name="adj" fmla="val 36005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2009" y="4609028"/>
            <a:ext cx="262652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88758" y="4422934"/>
            <a:ext cx="1948815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Predictive Modelling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8758" y="4771192"/>
            <a:ext cx="12528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 forecast future AQI levels, offering a proactive approach to air quality management.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3053" y="5473898"/>
            <a:ext cx="700564" cy="1050965"/>
          </a:xfrm>
          <a:prstGeom prst="roundRect">
            <a:avLst>
              <a:gd name="adj" fmla="val 36005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2009" y="5835134"/>
            <a:ext cx="262652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88758" y="5649039"/>
            <a:ext cx="2691408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AI-driven Recommendations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8758" y="5997297"/>
            <a:ext cx="12528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 deliver AI-based insights and personalised health recommendations.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3053" y="6700004"/>
            <a:ext cx="700564" cy="1050965"/>
          </a:xfrm>
          <a:prstGeom prst="roundRect">
            <a:avLst>
              <a:gd name="adj" fmla="val 36005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2009" y="7061240"/>
            <a:ext cx="262652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88758" y="6875145"/>
            <a:ext cx="1946315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Engagement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88758" y="7223403"/>
            <a:ext cx="12528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 facilitate user interaction through query submission, feedback mechanisms, and an AI chatbot.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ADC2514-26C1-34C5-14CB-93873C003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0" y="7783547"/>
            <a:ext cx="2882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2561" y="864632"/>
            <a:ext cx="6922413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AirAware's Robust Architecture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02561" y="1739860"/>
            <a:ext cx="7711678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system is built on a scalable and intelligent architecture, integrating various components to ensure seamless operation.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561" y="2624852"/>
            <a:ext cx="1023104" cy="1798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30214" y="2829401"/>
            <a:ext cx="4093369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Frontend: Engaging User Experience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430214" y="3236357"/>
            <a:ext cx="6484025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Developed with HTML, CSS, and JavaScript, featuring interactive charts, dashboards, and responsive UI for seamless navigation, including dedicated login and signup pages.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561" y="4423172"/>
            <a:ext cx="1023104" cy="14708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30214" y="4627721"/>
            <a:ext cx="3891082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Backend: Powerful Data Processing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430214" y="5034677"/>
            <a:ext cx="6484025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Powered by Python (Flask), handling REST APIs, user authentication, session management, and efficient AQI data processing.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561" y="5894070"/>
            <a:ext cx="1023104" cy="14708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30214" y="6098619"/>
            <a:ext cx="4707255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External Services: Real-time &amp; Intelligence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430214" y="6505575"/>
            <a:ext cx="6484025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Leveraging OpenWeatherMap API for real-time AQI data, an email service for query and feedback, and OpenAI/GPT-OSS-20B for an intelligent AI chatbot.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5D5EE3-29FB-87F8-A9FF-5FDB9F7EAC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47500" y="7783547"/>
            <a:ext cx="2882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958" y="881777"/>
            <a:ext cx="12429649" cy="641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Features: Comprehensive Air Quality Insights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07958" y="1984653"/>
            <a:ext cx="1301448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AirAware offers a suite of features designed to provide users with in-depth and actionable information about air quality.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58" y="2613660"/>
            <a:ext cx="3037165" cy="18770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7958" y="4721423"/>
            <a:ext cx="3037165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AQI Monitoring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07958" y="5500926"/>
            <a:ext cx="3037165" cy="147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Live AQI data for selected states, including a detailed breakdown of pollutants such as PM2.5, PM10, NO₂, and SO₂.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612" y="2613660"/>
            <a:ext cx="3037284" cy="18771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33612" y="4721542"/>
            <a:ext cx="2909888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Advanced Visualization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133612" y="5180528"/>
            <a:ext cx="3037284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Visualisations for hourly (last 24 hours), daily (last 7 days), and monthly (last 6 months) AQI trends to easily identify patterns.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385" y="2613660"/>
            <a:ext cx="3037284" cy="18771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9385" y="4721542"/>
            <a:ext cx="3037284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Intelligent Prediction Module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459385" y="5501045"/>
            <a:ext cx="3037284" cy="147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random forest </a:t>
            </a: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Model predicts the AQI based on the pollutant values fetched from the </a:t>
            </a:r>
            <a:r>
              <a:rPr lang="en-US" sz="180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openweather</a:t>
            </a: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r>
              <a:rPr lang="en-US" sz="180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api</a:t>
            </a: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5158" y="2613660"/>
            <a:ext cx="3037284" cy="18771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5158" y="4721542"/>
            <a:ext cx="3037284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Seamless User Interaction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0785158" y="5501045"/>
            <a:ext cx="3037284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 integrated query and feedback system, complemented by email notifications for personalised updates.</a:t>
            </a:r>
            <a:endParaRPr lang="en-US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5D2557-E071-E2F2-FDF6-9A9C88BCEB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47500" y="7783547"/>
            <a:ext cx="2882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59" y="339447"/>
            <a:ext cx="620732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AI-Powered Analysis and Actionable Analytics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31959" y="929164"/>
            <a:ext cx="1376648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AirAware goes beyond mere data display, offering intelligent analysis and practical insights to safeguard user health.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31959" y="1388864"/>
            <a:ext cx="1645920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 Analysis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31959" y="1717834"/>
            <a:ext cx="673274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Analyses AQI trends and variations.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1959" y="1958459"/>
            <a:ext cx="673274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Generates clear explanations for pollution causes.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1959" y="2199084"/>
            <a:ext cx="673274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Predicts safe outdoor times and recommends mask usage.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1959" y="2439710"/>
            <a:ext cx="673274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Provides a comprehensive health safety rating.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59" y="2776061"/>
            <a:ext cx="6732746" cy="51140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73315" y="1388864"/>
            <a:ext cx="1645920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Analytics Section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73315" y="1717834"/>
            <a:ext cx="673274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robust analytics engine provides critical insights into air quality dynamics: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473315" y="2239328"/>
            <a:ext cx="6732746" cy="939522"/>
          </a:xfrm>
          <a:prstGeom prst="roundRect">
            <a:avLst>
              <a:gd name="adj" fmla="val 7786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473315" y="2224087"/>
            <a:ext cx="6732746" cy="6096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0654546" y="2054185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2165152"/>
            <a:ext cx="148114" cy="1481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11904" y="2547938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Trend Analyzer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611904" y="2842736"/>
            <a:ext cx="645556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Detailed 24-hour and 7-day AQI change analysis.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473315" y="3487341"/>
            <a:ext cx="6732746" cy="939522"/>
          </a:xfrm>
          <a:prstGeom prst="roundRect">
            <a:avLst>
              <a:gd name="adj" fmla="val 7786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473315" y="3472101"/>
            <a:ext cx="6732746" cy="6096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10654546" y="3302198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5631" y="3413165"/>
            <a:ext cx="148114" cy="14811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11904" y="3795951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Analytics Snapshot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611904" y="4090749"/>
            <a:ext cx="645556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Displays forecast confidence levels for better understanding.</a:t>
            </a:r>
            <a:endParaRPr lang="en-US" sz="9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3315" y="4565690"/>
            <a:ext cx="6732746" cy="29624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774FFFF-C27D-CF84-0FEE-28AC2596CA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47500" y="7783547"/>
            <a:ext cx="2882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5779" y="405289"/>
            <a:ext cx="4439245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Minds Behind AirAware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15779" y="1035606"/>
            <a:ext cx="81124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dedicated team brought AirAware to life through collaborative effort and expertise.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15779" y="1437084"/>
            <a:ext cx="8112442" cy="1428036"/>
          </a:xfrm>
          <a:prstGeom prst="roundRect">
            <a:avLst>
              <a:gd name="adj" fmla="val 433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70679" y="1591985"/>
            <a:ext cx="442079" cy="442079"/>
          </a:xfrm>
          <a:prstGeom prst="roundRect">
            <a:avLst>
              <a:gd name="adj" fmla="val 20682017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242" y="1713548"/>
            <a:ext cx="198953" cy="1989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0679" y="2181344"/>
            <a:ext cx="1846659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Sharmika Gangadharan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70679" y="2474476"/>
            <a:ext cx="78026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Designed the complete UI, implemented dashboard layout, and integrated charts and user interaction features.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15779" y="3012400"/>
            <a:ext cx="8112442" cy="1663779"/>
          </a:xfrm>
          <a:prstGeom prst="roundRect">
            <a:avLst>
              <a:gd name="adj" fmla="val 372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670679" y="3167301"/>
            <a:ext cx="442079" cy="442079"/>
          </a:xfrm>
          <a:prstGeom prst="roundRect">
            <a:avLst>
              <a:gd name="adj" fmla="val 20682017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242" y="3288863"/>
            <a:ext cx="198953" cy="1989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0679" y="3756660"/>
            <a:ext cx="163770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Machika Kapil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70679" y="4049792"/>
            <a:ext cx="780264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Added AQI history and Health Advisory cards, and contributed to both frontend and backend technologies, including UI enhancements.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15779" y="4823460"/>
            <a:ext cx="8112442" cy="1428036"/>
          </a:xfrm>
          <a:prstGeom prst="roundRect">
            <a:avLst>
              <a:gd name="adj" fmla="val 433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70679" y="4978360"/>
            <a:ext cx="442079" cy="442079"/>
          </a:xfrm>
          <a:prstGeom prst="roundRect">
            <a:avLst>
              <a:gd name="adj" fmla="val 20682017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242" y="5099923"/>
            <a:ext cx="198953" cy="19895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679" y="5567720"/>
            <a:ext cx="163770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Joseph Alvis Sajith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70679" y="5860852"/>
            <a:ext cx="78026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Developed data processing pipelines, implemented the analytics engine, and integrated the AI chatbot.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15779" y="6398776"/>
            <a:ext cx="8112442" cy="1428036"/>
          </a:xfrm>
          <a:prstGeom prst="roundRect">
            <a:avLst>
              <a:gd name="adj" fmla="val 433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670679" y="6553676"/>
            <a:ext cx="442079" cy="442079"/>
          </a:xfrm>
          <a:prstGeom prst="roundRect">
            <a:avLst>
              <a:gd name="adj" fmla="val 20682017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2242" y="6675239"/>
            <a:ext cx="198953" cy="19895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0679" y="7143036"/>
            <a:ext cx="193679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Varshini Reddy &amp; Mehar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70679" y="7436168"/>
            <a:ext cx="78026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Conducted thorough functional testing and UI validation to ensure system reliability and user satisfaction.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161" y="579477"/>
            <a:ext cx="9442133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Conclusion: Towards a Healthier Tomorrow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16161" y="1556980"/>
            <a:ext cx="13198078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AirAware stands as a testament to intelligent environmental monitoring, seamlessly integrating real-time data with AI-driven insights.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90756" y="2114550"/>
            <a:ext cx="1649730" cy="1143476"/>
          </a:xfrm>
          <a:prstGeom prst="roundRect">
            <a:avLst>
              <a:gd name="adj" fmla="val 751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71793" y="2506385"/>
            <a:ext cx="287655" cy="359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45035" y="2319099"/>
            <a:ext cx="2273618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 Monitoring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045035" y="2726055"/>
            <a:ext cx="730496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Provides intelligent AQI monitoring, offering real-time data and comprehensive insights.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42761" y="3248501"/>
            <a:ext cx="8869204" cy="11430"/>
          </a:xfrm>
          <a:prstGeom prst="roundRect">
            <a:avLst>
              <a:gd name="adj" fmla="val 751942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365891" y="3360301"/>
            <a:ext cx="3299460" cy="1143476"/>
          </a:xfrm>
          <a:prstGeom prst="roundRect">
            <a:avLst>
              <a:gd name="adj" fmla="val 751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71793" y="3752136"/>
            <a:ext cx="287655" cy="359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869900" y="3564850"/>
            <a:ext cx="2524125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Integrated Intelligence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869900" y="3971806"/>
            <a:ext cx="764976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Combines real-time data with AI-based analysis and predictive capabilities for a holistic view.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7626" y="4494252"/>
            <a:ext cx="8044339" cy="11430"/>
          </a:xfrm>
          <a:prstGeom prst="roundRect">
            <a:avLst>
              <a:gd name="adj" fmla="val 751942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541026" y="4606052"/>
            <a:ext cx="4949190" cy="1470898"/>
          </a:xfrm>
          <a:prstGeom prst="roundRect">
            <a:avLst>
              <a:gd name="adj" fmla="val 584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71793" y="5161598"/>
            <a:ext cx="287655" cy="359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694765" y="4810601"/>
            <a:ext cx="2273618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Empowering Users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694765" y="5217557"/>
            <a:ext cx="7014924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Helps users understand air quality, take necessary health precautions, and make informed decisions about their well-being.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92491" y="6067425"/>
            <a:ext cx="7219474" cy="11430"/>
          </a:xfrm>
          <a:prstGeom prst="roundRect">
            <a:avLst>
              <a:gd name="adj" fmla="val 751942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16161" y="6179225"/>
            <a:ext cx="6599039" cy="1470898"/>
          </a:xfrm>
          <a:prstGeom prst="roundRect">
            <a:avLst>
              <a:gd name="adj" fmla="val 584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71793" y="6734770"/>
            <a:ext cx="287655" cy="359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519749" y="6383774"/>
            <a:ext cx="2273618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Applications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19749" y="6790730"/>
            <a:ext cx="6189940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Ideal for smart city initiatives and advanced environmental monitoring applications, promoting healthier urban living.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7C29CFC-22EA-288A-2384-5D0763499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0" y="7783547"/>
            <a:ext cx="2882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775228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83131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 more information or to provide feedback, please contact us.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234321" y="4781669"/>
            <a:ext cx="704564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Together, we can build a future with cleaner air.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4037" y="4504015"/>
            <a:ext cx="30480" cy="950357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795</Words>
  <Application>Microsoft Office PowerPoint</Application>
  <PresentationFormat>Custom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Prompt Medium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Alvis Sajith</cp:lastModifiedBy>
  <cp:revision>7</cp:revision>
  <dcterms:created xsi:type="dcterms:W3CDTF">2025-12-18T06:19:49Z</dcterms:created>
  <dcterms:modified xsi:type="dcterms:W3CDTF">2026-01-13T15:17:09Z</dcterms:modified>
</cp:coreProperties>
</file>